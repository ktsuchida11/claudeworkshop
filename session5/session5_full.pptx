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858000" y="109728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勉強会  /  全10回シリーズ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 5 回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AIとの仕事の型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バイブコーディングから始めて、型を育てる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今日のテーマ:  【残す】への橋渡し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● ○ ○ ○ ○ 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Koji</a:t>
            </a:r>
            <a:endParaRPr lang="en-US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C800"/>
                </a:solidFill>
              </a:rPr>
              <a:t>★ 覚えて帰る一言: 「計画を書いてからAIに渡す」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バイブコーディング</a:t>
            </a:r>
            <a:r>
              <a:rPr sz="1400" b="0">
                <a:solidFill>
                  <a:srgbClr val="2D3748"/>
                </a:solidFill>
              </a:rPr>
              <a:t>　＝　思いつきで指示してAIに即生成させるやり方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SDD</a:t>
            </a:r>
            <a:r>
              <a:rPr sz="1400" b="0">
                <a:solidFill>
                  <a:srgbClr val="2D3748"/>
                </a:solidFill>
              </a:rPr>
              <a:t>　＝　仕様書を先に書いてからコードを書かせる方式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AIDLC</a:t>
            </a:r>
            <a:r>
              <a:rPr sz="1400" b="0">
                <a:solidFill>
                  <a:srgbClr val="2D3748"/>
                </a:solidFill>
              </a:rPr>
              <a:t>　＝　AI開発を3段階(Inception/Construction/Operation)で管理する手法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ステアリングファイル</a:t>
            </a:r>
            <a:r>
              <a:rPr sz="1400" b="0">
                <a:solidFill>
                  <a:srgbClr val="2D3748"/>
                </a:solidFill>
              </a:rPr>
              <a:t>　＝　設計判断や規約をAIに参照させるファイル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スコープクリープ</a:t>
            </a:r>
            <a:r>
              <a:rPr sz="1400" b="0">
                <a:solidFill>
                  <a:srgbClr val="2D3748"/>
                </a:solidFill>
              </a:rPr>
              <a:t>　＝　やる範囲がじわじわ広がってしまう現象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4748B"/>
                </a:solidFill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前回までの地図と、今日の位置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第4回は「ツールの使い方」。今日は「AIとどう仕事を進めるか」の話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16459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645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前回の要約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Skills/MCP/コマンドで「自分の型」を資産化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コンテキストは設計する対象。ファイルに残すことで揮発を防ぐ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今日の位置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AIとどう仕事を進めるか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人間側の仕事の型を整えなければ、ツールは活きない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🎯 今日のゴール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5つの防止アクションを理解し、バイブ→SDD→AIDLCの成熟度モデルで自分の現在地を知る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やりがちなこと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は「頼めばすぐ動く」。だからこそ陥る罠がある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5603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34440" y="1600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34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場当たり的な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全体像を描かずに、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思いついた機能を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次々と追加する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2011680" cy="25603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1600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合意形成不足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何を作りたいのか、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どう作るべきかの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共通理解がない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2011680" cy="25603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40680" y="1600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40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低品質コードの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脆弱な実装に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なったまま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放置される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2011680" cy="2560320"/>
          </a:xfrm>
          <a:prstGeom prst="rect">
            <a:avLst/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43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潜在化・放置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29260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改善の拠り所となる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ドキュメントがなく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その場しのぎ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「速く作れる」ことと「正しく作れる」ことは別。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業務では品質・保守性・拡張性も考慮が必要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5つの防止アクション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そうならないために、5つのアクションを習慣にする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2763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明確にする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353312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7889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何を・どう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84832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76272" y="1417320"/>
            <a:ext cx="162763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176272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67712" y="19202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を残す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13432" y="2651760"/>
            <a:ext cx="1353312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67712" y="27889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03904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95344" y="1417320"/>
            <a:ext cx="162763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895344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86784" y="19202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立てる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32504" y="2651760"/>
            <a:ext cx="1353312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986784" y="27889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タスク分解と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完了基準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22976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14416" y="1417320"/>
            <a:ext cx="1627632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14416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05856" y="19202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51576" y="2651760"/>
            <a:ext cx="1353312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05856" y="27889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動く≠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42048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33488" y="1417320"/>
            <a:ext cx="1627632" cy="2286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33488" y="155448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24928" y="192024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70648" y="2651760"/>
            <a:ext cx="1353312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424928" y="278892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AI出力を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無条件に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信頼しない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94360" y="3886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最も重要なのは⑤レビュー。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だが①〜④を整えないとレビューの品質も上がらない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要件を明確にする ― SDD と AIDLC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曖昧な指示は手戻りの最大原因。「何をどう作るか」をAIと合意する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7432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スペック駆動開発（SDD）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仕様書をSingle Source of Truthとしてコード生成を委ねる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→ 機能設計書 → 技術仕様書 → 実装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+ ステアリングファイルで設計意図を管理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曖昧な要件を排除し、1ステップずつ合意を進める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AIDLC（AI開発ライフサイクル）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AWS参照実装。Inception → Construction → Operation のフェーズ制御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各フェーズで明示的なゲート（人間のレビュー・承認）を設置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要件の明確化を強制し、決定事項を必ずドキュメント化する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3429000"/>
            <a:ext cx="1097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34290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429000"/>
            <a:ext cx="1097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69480" y="34290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3429000"/>
            <a:ext cx="1097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06640" y="3429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暗黙の期待は通じない。書いて渡す。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AIとの合意形成は人間同士以上に明示的に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ドキュメントを残す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AI生成コードは素早く大量に生まれる。だから設計意図が記憶に残りにくい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560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なぜ残すのか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素早く大量に生成される分、設計意図が記憶に残りにくい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ドキュメントがなければ「課題の潜在化・放置」に直結する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「なぜこの実装にしたのか」「どういう設計判断があったか」を必ず記録する習慣をつける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560320"/>
          </a:xfrm>
          <a:prstGeom prst="rect">
            <a:avLst/>
          </a:prstGeom>
          <a:solidFill>
            <a:srgbClr val="ECF7F0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SDD基本ドキュメント体系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永続ドキュメント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40280"/>
            <a:ext cx="3566160" cy="54864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/ 機能設計書 / 技術仕様書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リポジトリ構造定義 / 共通言語集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ステアリングファイル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154680"/>
            <a:ext cx="3566160" cy="640080"/>
          </a:xfrm>
          <a:prstGeom prst="rect">
            <a:avLst/>
          </a:prstGeom>
          <a:solidFill>
            <a:srgbClr val="0F1434"/>
          </a:solidFill>
          <a:ln w="12700">
            <a:solidFill>
              <a:srgbClr val="0F143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docs/plan.md     ← 作業計画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docs/decisions.md ← 設計判断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docs/progress.md  ← 作業ログ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構造化ノートとCLAUDE.mdの使い分けは FAQ Q2-3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計画を立てる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「依頼すればすぐ動く」からこそ、計画なしに次々とタスクを投げがちになる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560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タスクを分解する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大きな作業を小さな単位に分ける。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1回の作業量を少なめに。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レビュー範囲を小さく保つ効果もある。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97480" cy="2560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747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作業範囲を決める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今回の作業で何をやって何をやらないかを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明示する。スコープクリープを防ぐ。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97480" cy="256032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完了基準を定める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24028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「何ができたら完了か」を事前に定義。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テストがパスする / レビューが通る 等。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タスク分解の粒度は FAQ Q2-4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 テストする &amp; ⑤ レビューする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5つの中で最も重要なのはレビュー。AI出力を無条件に信頼しない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74320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テスト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AI生成コードは「動くが正しくない」ケースが多い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エッジケース・セキュリティ・パフォーマンス問題を見逃すことがある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Code自身にテストコードも一緒に生成させるのが有効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743200"/>
          </a:xfrm>
          <a:prstGeom prst="rect">
            <a:avLst/>
          </a:prstGeom>
          <a:solidFill>
            <a:srgbClr val="FDECEC"/>
          </a:solidFill>
          <a:ln w="1905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レビュー ★最重要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品質・セキュリティ・設計方針との整合性を人間が確認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レビューなしマージが低品質コード増加の最大原因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実践ポイント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1546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ビジネスロジックは通常通り読む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データ永続化部分が最もクリティカル → 重点レビュー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1回の作業量を少なめにしてレビュー範囲を小さく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95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AIに下読み・解説させることも有効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AIの速度を活かしつつ、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人間のレビューゲートを確実に設ける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ことが持続可能な開発体制の鍵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AI開発の3段階成熟度モデル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自分の現在地を知り、次のレベルに進む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300984"/>
            <a:ext cx="822960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300984"/>
            <a:ext cx="1097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3300984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バイブコーディング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35324"/>
            <a:ext cx="3703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自然言語で指示 → AI即座にコード生成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プロトタイプ・個人ツール向き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43400" y="3735324"/>
            <a:ext cx="4114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仕様曖昧で手戻り / スケールしない / 記録が残らない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64008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359152"/>
            <a:ext cx="1097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359152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スペック駆動開発（SDD）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93492"/>
            <a:ext cx="2880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仕様書をSingle Source of Truth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PRD→設計書→仕様書→実装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793492"/>
            <a:ext cx="3200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チーム開発・プロダクション品質に対応可能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417320"/>
            <a:ext cx="457200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1417320"/>
            <a:ext cx="1097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27432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AIDLC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1851660"/>
            <a:ext cx="2057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Inception→Construction→Operation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各フェーズに人間のレビューゲート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1851660"/>
            <a:ext cx="2286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大規模チーム・組織レベルのAI開発ガバナンス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バイブコーディングが悪いのではない。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プロトタイプには最適。だが業務コードには「型」が要る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○ ○ ○ ● ○ ○ ○ ○ 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 E M 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ここからは実演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要件→計画→実装→レビューの一連フローを見る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606040"/>
            <a:ext cx="19659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docs/spec.md 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仕様を書き出す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docs/spec.md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606040"/>
            <a:ext cx="19659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9748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974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計画作成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docs/plan.md 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タスク分解・完了基準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4160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docs/plan.md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19659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006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plan.md を参照させて実装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160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2606040"/>
            <a:ext cx="1965960" cy="182880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90372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037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06640" y="2834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レビュー＆記録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611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結果をレビューし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decisions.md に記録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41605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docs/decisions.md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「要件→計画→実装→レビュー→記録」のループを1回見せる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E Y   T A K E A W A 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今日のKey Takeaway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ja-JP" sz="2200" b="1">
                <a:solidFill>
                  <a:srgbClr val="FFC800"/>
                </a:solidFill>
                <a:latin typeface="+mj-lt"/>
              </a:rPr>
              <a:t>★ 「計画を書いてからAIに渡す」</a:t>
            </a:r>
          </a:p>
          <a:p>
            <a:endParaRPr lang="ja-JP" sz="80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5つの防止アクション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で「やりがちな罠」を避ける。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要件→計画→実装→レビュー→記録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のループを崩さない。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バイブ → SDD → AIDLC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の成熟度を意識して、次のレベルを目指す。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151B47"/>
          </a:solidFill>
          <a:ln w="12700">
            <a:solidFill>
              <a:srgbClr val="151B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今日持ち帰るチェック項目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7947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「場当たり的な実装」の4つの罠を説明できる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087368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05079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5つの防止アクション（要件/ドキュメント/計画/テスト/レビュー）を知った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430682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SDD と AIDLC の違いを理解した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599432"/>
            <a:ext cx="164592" cy="164592"/>
          </a:xfrm>
          <a:prstGeom prst="rect">
            <a:avLst/>
          </a:prstGeom>
          <a:solidFill>
            <a:srgbClr val="151B47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0120" y="45628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自分の現在地（バイブ/SDD/AIDLC）がイメージできた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490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FC800"/>
                </a:solidFill>
              </a:rPr>
              <a:t>3原則の現在地：  01 分ける ✅    02 防ぐ ✅    03 残す →    （残すへの橋渡し）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E X T   S E S S I O 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次回 ― 第6回「ログ/トレース」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5029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 ▸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3原則の【03 残す】の実装編 ― 動いた≠OK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取り扱う内容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従来システム監視 vs 生成AI監視の違い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19272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Langfuseのコアコンセプト（Trace / Evaluate / Prompt CMS）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評価指標の設計（LLM-as-a-Judge / データセット回帰テスト）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8872" cy="1188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227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のトレース実装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8F9FC"/>
          </a:solidFill>
          <a:ln w="9525">
            <a:solidFill>
              <a:srgbClr val="E5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343400"/>
            <a:ext cx="9144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実演  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Langfuseトレース画面でのデバッグ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 ● ● ● ○ ○ ○ 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第5回 AIとの仕事の型</dc:title>
  <dc:subject>PptxGenJS Presentation</dc:subject>
  <dc:creator>Koji</dc:creator>
  <cp:lastModifiedBy>Koji</cp:lastModifiedBy>
  <cp:revision>1</cp:revision>
  <dcterms:created xsi:type="dcterms:W3CDTF">2026-04-17T01:08:28Z</dcterms:created>
  <dcterms:modified xsi:type="dcterms:W3CDTF">2026-04-17T01:08:28Z</dcterms:modified>
</cp:coreProperties>
</file>
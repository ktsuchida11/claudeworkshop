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3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基本ガード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で「防ぐ」を実装する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3原則の【02 防ぐ】の実践編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○ ○ ○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Koji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前回の3原則を再掲。今日は【02 防ぐ】を深掘りする回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33172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分ける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246120" y="1508760"/>
            <a:ext cx="2788920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91840" y="1554480"/>
            <a:ext cx="2697480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82880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74920" y="16459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356616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防ぐ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3474720" y="3429000"/>
            <a:ext cx="233172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7472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今日はココを深掘り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2648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00100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4"/>
          <p:cNvSpPr/>
          <p:nvPr/>
        </p:nvSpPr>
        <p:spPr>
          <a:xfrm>
            <a:off x="640080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残す</a:t>
            </a:r>
            <a:endParaRPr lang="en-US" sz="2400" dirty="0"/>
          </a:p>
        </p:txBody>
      </p:sp>
      <p:sp>
        <p:nvSpPr>
          <p:cNvPr id="20" name="Shape 15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40080" y="4114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4つの防御レイヤーを理解し、統合 settings.json をプロジェクトにコピーして使えるようになる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settings.json で「防ぐ」― 4つの防御レイヤー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/ Sandbox / Hooks / ネットワーク allowlist を1ファイルに統合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Allow/Deny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で境界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が解釈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Sandbox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ファイル+NW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9748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 レベル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006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ライフサイクル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で強制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0060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(100%)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1417320"/>
            <a:ext cx="2011680" cy="14630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1508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NW allowlist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接続先を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03720" y="2377440"/>
            <a:ext cx="173736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23774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 レベル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27432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脅威カテゴリ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0" y="3063240"/>
            <a:ext cx="54864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0" y="3063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対応レイヤー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429000"/>
            <a:ext cx="27432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4290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入口（汚染を入れない）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3429000"/>
            <a:ext cx="54864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4290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Deny + Hooks PreToolUse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813048"/>
            <a:ext cx="27432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813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出口（意図しない操作）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0" y="3813048"/>
            <a:ext cx="5486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81304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filesystem + Permission Deny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197096"/>
            <a:ext cx="27432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1970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境界（外に拡がらない）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00400" y="4197096"/>
            <a:ext cx="5486400" cy="384048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41970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allowlist + Sandbox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はこれらの「読み込み指針」。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が実際の「壁」。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― エージェントの「行動指針」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が壁なら、CLAUDE.md は地図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228600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002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読み込み階層（広い → 狭い）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~/.claude/CLAUDE.md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グローバル設定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プロジェクト/CLAUDE.md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プロジェクト共通（Git管理）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CLAUDE.local.md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個人設定（.gitignore対象）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.claude/rules/*.md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← モジュラールール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読み込み階層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188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書くべきこと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46304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5087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ビルド・テストコマンド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npm test, make build 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201168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201168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20574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コードスタイル規約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2860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ESM, 命名規則, lint設定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56032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256032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606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プロジェクト構造概要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283464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ディレクトリ構成, 依存関係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108960"/>
            <a:ext cx="393192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108960"/>
            <a:ext cx="73152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154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ワークフロー規則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33832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テスト必須, コミット規約等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1148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100〜200行を超えると遵守率が低下。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確実に守らせたいルールは settings.json に書く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 ― Allow / Deny で行動範囲を定義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のツール実行を許可/拒否するルール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28016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"permissions":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"allow":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"Bash(git *)", "Bash(npm run *)"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"deny": [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"Bash(rm -rf *)", "Bash(curl *)", "Read(.env*)"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880360"/>
            <a:ext cx="8229600" cy="1463040"/>
          </a:xfrm>
          <a:prstGeom prst="rect">
            <a:avLst/>
          </a:prstGeom>
          <a:solidFill>
            <a:srgbClr val="FDECEC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880360"/>
            <a:ext cx="91440" cy="14630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Permission の Deny だけでは不十分な理由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/sandbox なしの場合：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・Deny は Claude の組み込みツール（Read/Edit）のみをブロック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・Bash コマンドは Deny を回避できる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（cat .env 等で読めてしまう）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・ファイルシステム制御（denyRead等）は Sandbox 有効時のみ動作</a:t>
            </a: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endParaRPr lang="en-US" sz="13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Permission と Sandbox は必ずセットで使う。片方だけでは穴がある。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優先順位: Enterprise &gt; Project &gt; User / Bypass でも Deny は有効（ただし Sandbox は無効化 → 次スライド）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Sandbox ― OS レベルの壁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/sandbox で有効化。Permission だけでは防げない領域を補う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141732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"sandbox":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"enabled":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"filesystem":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"denyRead": ["~/"],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"allowRead": ["."],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"allowWrite": ["/tmp"]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4416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ファイルシステム制御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08760"/>
            <a:ext cx="3931920" cy="141732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60020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"sandbox":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"network":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"allowedDomains":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"github.com",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"registry.npmjs.org",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"api.anthropic.com"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0" y="134416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allowlist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8229600" cy="45720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0632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重要: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sandbox.filesystem の設定は </a:t>
            </a:r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有効 (enabled: true) でなければ一切機能しない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。書いただけでは飾り。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657600"/>
            <a:ext cx="91440" cy="91440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⚠️ Bypass モードに注意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Bypass は全確認をスキップし、Sandbox の制約も回避して実行するモード。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対策: "failIfUnavailable": true </a:t>
            </a:r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Sandbox 起動不可時に Claude Code 自体が停止。エンタープライズ必須設定。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なしの Deny = お願いレベル /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ありの Deny = 法律レベル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 ― 100%実行保証のガードレール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は「助言」、Hooks は「法律」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SessionStart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916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288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UserPrompt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Submit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417320"/>
            <a:ext cx="12344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PreToolUse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4348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1417320"/>
            <a:ext cx="1234440" cy="5943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PostToolUse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064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PreCompact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417320"/>
            <a:ext cx="137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0" y="1417320"/>
            <a:ext cx="1234440" cy="5943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0" y="141732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Stop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240280"/>
            <a:ext cx="2697480" cy="1965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22402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278892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の hooks セクション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exit code: 0=許可 / 2=ブロック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4種: command / http / prompt / agent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2240280"/>
            <a:ext cx="2697480" cy="1965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2402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ユースケース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74720" y="278892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品質ゲート: eslint / prettier 自動実行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セキュリティ: rm -rf や main push をブロック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監査ログ: コマンド実行を外部記録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240280"/>
            <a:ext cx="2697480" cy="196596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224028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24231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注意点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309360" y="278892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 ハンドラは allowedHttpHookUrls で制限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重い検査は PostToolUse に回す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■"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prompt ハンドラはタイムアウト30秒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3891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 は LLM の判断に依存しない。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exit 2 を返せばどんなコマンドも確実にブロック。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指示の追従性 ― 4つの階段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確実性が必要なルールほど、上の階段で実装する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749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助言的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6400800" cy="731520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71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Permission Deny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が解釈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決定的（exit 2 で100%ブロック）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1417320"/>
            <a:ext cx="3200400" cy="731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Sandbox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OS/カーネルレベル強制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3108960"/>
            <a:ext cx="3657600" cy="45720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3108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⚠ </a:t>
            </a:r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なしだと Bash はここを突破する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57200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コーディング規約 → CLAUDE.md / ツール使い方 → Skills（第4回）/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セキュリティ → Hooks + Sandbox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統合 settings.json ― これをコピーすれば始められる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+ Sandbox + Hooks + ネットワーク制御の完全版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6217920" cy="347472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17320"/>
            <a:ext cx="5943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"permissions":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"allow": ["Bash(git *)", "Bash(npm run *)", "Bash(npx jest *)"],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"deny": ["Bash(rm -rf *)", "Bash(curl *)", "Bash(wget *)",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"Read(.env*)", "Read(**/.credentials*)"]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"sandbox":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"enabled": true,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"failIfUnavailable": true,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"filesystem":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"denyRead": ["~/"], "allowRead": ["."],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"allowWrite": ["/tmp"]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"network":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"allowedDomains": ["github.com",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"registry.npmjs.org", "api.anthropic.com"]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"hooks": {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"PreToolUse": [{"type":"command",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"command":".claude/hooks/pretool-guard.sh"}]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"enableAllProjectMcpServers": false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カラーコード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0" y="1828800"/>
            <a:ext cx="274320" cy="274320"/>
          </a:xfrm>
          <a:prstGeom prst="rect">
            <a:avLst/>
          </a:prstGeom>
          <a:solidFill>
            <a:srgbClr val="A5D6A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Allow（許可）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0" y="2194560"/>
            <a:ext cx="27432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0" y="2194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Deny（ブロック）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0" y="2560320"/>
            <a:ext cx="27432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Sandbox（OS壁）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2926080"/>
            <a:ext cx="27432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Hooks（決定的）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参考: Trail of Bits claude-code-config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プロジェクトの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.claude/settings.json</a:t>
            </a:r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に配置してチーム共有。これが「防ぐ」のベースライン。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統合 settings.json + /sandbox を全部入れた状態で Claude Code を動かす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 /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ダブルブロック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Deny + Sandbox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 読み込み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69748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9748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OS レベルブロック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9748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denyRead でカーネル拒否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許可外ドメイン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NW ブロック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allowedDomains 外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66560" y="2606040"/>
            <a:ext cx="196596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27432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03720" y="3246120"/>
            <a:ext cx="1691640" cy="320040"/>
          </a:xfrm>
          <a:prstGeom prst="rect">
            <a:avLst/>
          </a:prstGeom>
          <a:solidFill>
            <a:srgbClr val="151B47"/>
          </a:solidFill>
          <a:ln w="12700">
            <a:solidFill>
              <a:srgbClr val="A5D6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03720" y="32461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D6A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通る 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370332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Allow で明示的に許可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何が通って何が止まるかを、全部入れた状態で確認する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で境界、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OS 壁、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Hooks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で強制、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 allowlist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で接続先限定。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settings.json 1ファイル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に全部書ける。これをコピーして始めよう。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79476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Permission Deny だけでは Bash を止められないことを理解した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Sandbox + Permission のセット運用が必要と分かった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4343400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306824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Bypass モードの危険性と failIfUnavailable による対策を理解した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599432"/>
            <a:ext cx="164592" cy="16459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62856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統合 settings.json をプロジェクトにコピーする準備ができた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第4回「自動化・共有」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41148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/ MCP / スラッシュコマンドで型を資産化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Skills ― 必要な時だけ読み込む知識・手順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 ― 外部ツール連携（+ MCP→Skills変換でトークン節約）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スラッシュコマンド / Plugin ― チーム配布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2277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コンテキストエンジニアリング1 ― 圧縮・構造化ノート・サブエージェント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34340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434340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3434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 Skill を1つデモ（MCP からの変換例）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●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第3回 基本ガード</dc:title>
  <dc:subject>PptxGenJS Presentation</dc:subject>
  <dc:creator>Koji</dc:creator>
  <cp:lastModifiedBy>Koji</cp:lastModifiedBy>
  <cp:revision>1</cp:revision>
  <dcterms:created xsi:type="dcterms:W3CDTF">2026-04-16T22:31:33Z</dcterms:created>
  <dcterms:modified xsi:type="dcterms:W3CDTF">2026-04-16T22:31:33Z</dcterms:modified>
</cp:coreProperties>
</file>
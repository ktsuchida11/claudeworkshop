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LIGHTNING TALK /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2026年から、年金が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ちょっと変わるらしいよ、という話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FPセミナーで聞いてきた話を、雑にシェアします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126480"/>
            <a:ext cx="10972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Koji  /  社内LT  /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10年がかりで、ダラダラ施行されます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2025年6月成立／2026年4月〜2035年10月まで段階施行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社保の適用拡大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931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“106万円の壁” 消滅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731520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8288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828800"/>
            <a:ext cx="2697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3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945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厚生年金の上限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703320" y="3931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段階的に引上げ／手取り減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703320" y="4663440"/>
            <a:ext cx="731520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18288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828800"/>
            <a:ext cx="2697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658368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3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945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iDeCo 大幅拡充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583680" y="3931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会社員枠が 2.7 倍に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583680" y="4663440"/>
            <a:ext cx="731520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89720" y="182880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89720" y="1828800"/>
            <a:ext cx="269748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7" name="Text 22"/>
          <p:cNvSpPr/>
          <p:nvPr/>
        </p:nvSpPr>
        <p:spPr>
          <a:xfrm>
            <a:off x="946404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</a:t>
            </a:r>
            <a:endParaRPr lang="en-US" sz="3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219456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64040" y="3291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年金シミュレータ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9464040" y="3931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おまけ：意外と便利です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9464040" y="4663440"/>
            <a:ext cx="731520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2194560"/>
            <a:ext cx="502920" cy="50292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194560"/>
            <a:ext cx="502920" cy="502920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194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/  TOPIC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“106万円の壁”、無くなります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社会保険の適用拡大 ／ パートで働く家族に効く話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03520" cy="3931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賃金要件 ／ 撤廃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trike="sngStrike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8.8万円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106万円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の壁、消滅。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週20時間以上なら、賃金がいくらでも社保加入。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企業規模要件 ／ 段階撤廃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最終的には1人以上の会社まで全部対象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3383280"/>
            <a:ext cx="548640" cy="274320"/>
          </a:xfrm>
          <a:prstGeom prst="rect">
            <a:avLst/>
          </a:prstGeom>
          <a:solidFill>
            <a:srgbClr val="8FB3E6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51人〜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840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2027.10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3977640"/>
            <a:ext cx="9144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36人〜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434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2029.10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4572000"/>
            <a:ext cx="146304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21人〜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5029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2032.10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89520" y="5166360"/>
            <a:ext cx="20116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73836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11人〜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5623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2035.10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5760720"/>
            <a:ext cx="2743200" cy="2743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5623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/  TOPIC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年収1,000万円超の方、ちょっと聞いてください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厚生年金 標準報酬月額の上限が、3段階で引上げ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371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FB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65万円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3108960"/>
            <a:ext cx="164592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2027.9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57400" y="2743200"/>
            <a:ext cx="1371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68万円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108960"/>
            <a:ext cx="164592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2028.9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66160" y="2743200"/>
            <a:ext cx="1371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6616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71万円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08960"/>
            <a:ext cx="164592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2029.9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74920" y="2743200"/>
            <a:ext cx="1371600" cy="1097280"/>
          </a:xfrm>
          <a:prstGeom prst="rect">
            <a:avLst/>
          </a:prstGeom>
          <a:solidFill>
            <a:srgbClr val="1E2761"/>
          </a:solidFill>
          <a:ln w="19050">
            <a:solidFill>
              <a:srgbClr val="D4A57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074920" y="27889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75万円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6400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7724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影響を受けるのは…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77240" y="4572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月収 66.5万円 超 ／ 年収おおむね 1,000万円 〜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777240" y="5166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会社員の約10％が該当（厚労省）。大手企業のミドル層には地味に効きます。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77240" y="5623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給与体系を「賞与多め」に振り替える企業も出るかも、というFPの予測も。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315200" y="3931920"/>
            <a:ext cx="420624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58952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手取りへの影響（最大）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589520" y="4572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 月 9,100円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758952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年で約 11万円ダウン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589520" y="5760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（ただし将来の年金は10年継続で月+5,100円終身）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/  TOPIC ／ 今日のメイン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会社員のiDeCo、月2.3万円 → 6.2万円。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2026年12月施行（2027年1月引落分から新限度額）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9260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FB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2.3万円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会社員（企業年金なし）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 27.6万円まで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749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06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2026.12 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2788920"/>
            <a:ext cx="3383280" cy="23774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06240" y="29718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 6.2万円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20624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2.7 倍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062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 74.4万円まで拠出可能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278892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55280" y="2788920"/>
            <a:ext cx="91440" cy="23774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ざっくり節税効果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 約 22 万円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22960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満額拠出・税率30%想定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10年で 220万円。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121A47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76072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80160" y="5623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罠アリ：60歳まで引き出せない／退職金との受取設計で“10年ルール”に注意（一時金後10年以内の退職金は控除重複扱い）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/  おまけ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今日帰ったら、これだけ触ってみてください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厚労省「公的年金シミュレーター」が、地味に進化してます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389120" cy="4114800"/>
          </a:xfrm>
          <a:prstGeom prst="rect">
            <a:avLst/>
          </a:prstGeom>
          <a:solidFill>
            <a:srgbClr val="E8ECF4"/>
          </a:solidFill>
          <a:ln w="19050">
            <a:solidFill>
              <a:srgbClr val="8FB3E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 シミュレータ画面をここに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（PPT編集時に画像を貼り付け）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2286000"/>
            <a:ext cx="3657600" cy="4114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nenkin-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9496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shisan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9496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.mhlw.go.jp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394960" y="5029200"/>
            <a:ext cx="3108960" cy="0"/>
          </a:xfrm>
          <a:prstGeom prst="line">
            <a:avLst/>
          </a:prstGeom>
          <a:noFill/>
          <a:ln w="12700">
            <a:solidFill>
              <a:srgbClr val="8FB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ねんきん定期便のQRを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5486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スマホで読むだけ。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5852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夫婦で別々に試算→合算で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5989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老後CFが2分で出ます。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0" y="24688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78408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登録不要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ID/PW不要、個人情報も残らない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61120" y="370332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0" y="38862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78408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QR読込で即試算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ねんきん定期便を読むだけ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61120" y="512064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0" y="5303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D4A5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78408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IF試算が得意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84080" y="5897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70歳まで働いたら？を即比較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今日、帰ったらやる3つ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半分忘れていただいてOKです。これだけ。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051560" cy="10515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121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65960" y="2926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シミュレータで現在地確認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6596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nenkin-shisan.mhlw.go.jp ／ 2分で終わります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051560" cy="10515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233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121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65960" y="4114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iDeCo増額を検討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4617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2026年12月から、会社員は最大2.7倍まで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51560" cy="10515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212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121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965960" y="5303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パートで働く家族と話す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5806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“106万円の壁”、消滅します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00800"/>
            <a:ext cx="109728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8FB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 ／ 詳しい話は懇親会で。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2026年から、年金がちょっと変わるらしいよ</dc:title>
  <dc:subject>PptxGenJS Presentation</dc:subject>
  <dc:creator>Koji</dc:creator>
  <cp:lastModifiedBy>Koji</cp:lastModifiedBy>
  <cp:revision>1</cp:revision>
  <dcterms:created xsi:type="dcterms:W3CDTF">2026-05-17T09:21:48Z</dcterms:created>
  <dcterms:modified xsi:type="dcterms:W3CDTF">2026-05-17T09:21:48Z</dcterms:modified>
</cp:coreProperties>
</file>
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勉強会  /  全10回シリーズ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4 回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自動化・共有</a:t>
            </a:r>
            <a:endParaRPr lang="en-US" sz="60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自分の型を資産化し、コンテキストを設計する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Skills / MCP / スラッシュコマンド / コンテキストエンジニアリング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○ ○ ○ ○ ○ 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Koji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前回までの地図と、今日の位置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第3回は「壁を作る」話。今日は「壁の中で効率よく・正確に動く仕組み」を作る話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6459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73152" cy="1645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前回の要約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に4レイヤー（Permission / Sandbox / Hooks / NW allowlist）を統合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「防ぐ」の壁が完成した状態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1645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554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今日の位置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壁の中で効率よく・正確に動く仕組みを作る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繰り返しの処理を自動化・コマンド化・チーム共有し、精度を維持する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685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83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今日のゴール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/ MCP / スラッシュコマンドの使い分けを理解し、コンテキストエンジニアリングの3つの戦略を知る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今日の5つの武器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繰り返す・共有する・コンテキストを設計する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627632" cy="2103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16459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19456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27889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知識・手順を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必要時に自動読込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76272" y="1417320"/>
            <a:ext cx="1627632" cy="2103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6459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67712" y="219456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267712" y="27889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外部ツールと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95344" y="1417320"/>
            <a:ext cx="1627632" cy="2103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6459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986784" y="219456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スラッシュ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コマンド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986784" y="27889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ワークフローを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定型化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614416" y="1417320"/>
            <a:ext cx="1627632" cy="2103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64592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05856" y="219456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705856" y="27889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全部まとめて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33488" y="1417320"/>
            <a:ext cx="1627632" cy="2103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704" y="1645920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24928" y="219456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コンテキスト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エンジニアリング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7424928" y="27889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ウィンドウを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設計する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2039112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3758184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5477256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7196328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94360" y="37490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は追従性の階段で「助言的・自動読込」。CLAUDE.md より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必要な時だけ読み込まれる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のでトークン効率が良い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― トークンを節約しながら知識を提供する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は毎回全文読み込み / Skills は必要時のみ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828800" cy="5029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17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1828800" cy="5029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417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description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0" y="1417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18288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417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SKILL.md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読み込み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1417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766560" y="1417320"/>
            <a:ext cx="1828800" cy="5029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1417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手順適用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&amp; 実行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103120"/>
            <a:ext cx="22860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0" y="2103120"/>
            <a:ext cx="29718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15000" y="2103120"/>
            <a:ext cx="29718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1500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2286000" cy="4114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読み込み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0" y="2468880"/>
            <a:ext cx="2971800" cy="4114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34640" y="24688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毎回全文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15000" y="2468880"/>
            <a:ext cx="2971800" cy="4114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06440" y="24688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必要時のみ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880360"/>
            <a:ext cx="2286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トークン消費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2880360"/>
            <a:ext cx="2971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0" y="28803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常に消費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15000" y="2880360"/>
            <a:ext cx="2971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06440" y="28803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使わなければゼロ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3291840"/>
            <a:ext cx="2286000" cy="4114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291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適した内容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0" y="3291840"/>
            <a:ext cx="2971800" cy="4114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83464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プロジェクト全体のルール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715000" y="3291840"/>
            <a:ext cx="2971800" cy="4114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0644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ファイルタイプ別・機能別の手順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3703320"/>
            <a:ext cx="2286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分離の目安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43200" y="3703320"/>
            <a:ext cx="2971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4640" y="37033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100〜200行以内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715000" y="3703320"/>
            <a:ext cx="2971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06440" y="37033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長い手順は Skills に分離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3840480"/>
            <a:ext cx="8229600" cy="59436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385876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.claude/skills/my-skill/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  ← frontmatter(name/description) + Markdown    └── scripts/  ← 補助スクリプト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― 外部ツールとの接続ポイント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便利だが、トークンを食う。管理を間違えるとセキュリティホールになる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2004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(MCP Client)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0" y="1417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 GitHub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6733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 Jira / Linear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0" y="19293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 Figma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0" y="2185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 Database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2441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 Slack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セキュリティ原則 ― .mcp.json の危険性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50292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200400"/>
            <a:ext cx="73152" cy="5029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2278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.mcp.json はリポジトリにコミットされる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悪意あるリポジトリをクローンすると、仕込まれたMCPサーバーが自動起動する可能性がある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867912"/>
            <a:ext cx="109728" cy="109728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94760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enableAllProjectMcpServers: false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959352"/>
            <a:ext cx="7863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プロジェクト内の全MCPサーバーを問答無用で有効化する設定。絶対にtrueにしない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4197096"/>
            <a:ext cx="109728" cy="109728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12394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enabledMcpjsonServers: ["github", "jira"]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4288536"/>
            <a:ext cx="7863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使うMCPサーバーを名前で明示的にホワイトリスト。想定外のサーバーを排除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4526280"/>
            <a:ext cx="109728" cy="109728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453128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env: { "API_KEY": "${VAR}" }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617720"/>
            <a:ext cx="7863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APIキーは環境変数で参照。.mcp.json にキーを直書きしてgitにコミットしない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919472"/>
            <a:ext cx="8229600" cy="4114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91947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もう1つの問題: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MCPツール定義が </a:t>
            </a:r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 トークン超え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になるとコンテキストを圧迫 → </a:t>
            </a:r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次スライドで解決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→ Skills 変換 ― トークン 80-98% 削減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よく使う操作パターンを Skills に書き起こす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Before（MCP接続のまま）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228600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600200"/>
            <a:ext cx="3566160" cy="10972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00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 ツール定義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~20k tokens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3566160" cy="7315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788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実作業 ~20k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143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After（Skills に変換）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417320"/>
            <a:ext cx="3931920" cy="2286000"/>
          </a:xfrm>
          <a:prstGeom prst="rect">
            <a:avLst/>
          </a:prstGeom>
          <a:solidFill>
            <a:srgbClr val="ECF7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37760" y="1600200"/>
            <a:ext cx="3566160" cy="3200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 ← 必要時のみ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2011680"/>
            <a:ext cx="35661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01168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実作業に使える領域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大幅拡大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2148840"/>
            <a:ext cx="137160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80-98%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削減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4114800" cy="320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86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 のまま残す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3886200"/>
            <a:ext cx="4114800" cy="3200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3886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に変換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206240"/>
            <a:ext cx="4114800" cy="3657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206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リアルタイム参照（DB検索、ライブステータス）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4206240"/>
            <a:ext cx="4114800" cy="3657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4206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定型操作パターン（チケット起票、PR作成、デプロイ）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スラッシュコマンド &amp; Plugin ― 型をチームで共有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繰り返す操作を定型化し、チームに配布する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スラッシュコマンド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.claude/commands/ にMarkdownで定義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/deploy, /review, /test-all のように呼び出し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ユーザーが明示的に実行（プロンプト依存）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$ARGUMENTS で引数を受け取り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" y="3611880"/>
            <a:ext cx="3566160" cy="59436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657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活用例: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/deploy  /review  /test-all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417320"/>
            <a:ext cx="402336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1417320"/>
            <a:ext cx="4023360" cy="7315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459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0352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Plugin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846320" y="21488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+ Hooks + Commands + MCP 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まとめてパッケージ化・チーム配布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846320" y="2788920"/>
            <a:ext cx="3657600" cy="100584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937760" y="28346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plugin-name/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.claude-plugin/plugin.json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commands/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 | skills/ | hooks/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.mcp.json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46320" y="3886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第3回のsettings.jsonもPlugin化 → セキュリティ設定をチーム展開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= 知識の自動提供 / コマンド = ワークフローの定型化 /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Plugin = 全部まとめて配布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コンテキストエンジニアリング ― 圧縮と外部化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コンテキストウィンドウには限りがある。「忘れても大丈夫」な仕組みを作る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戦略1 ― 圧縮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3566160" cy="91440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031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コンテキストを要約して量を減らす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⚠ 先にファイルに残してから実行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全リセット。別の作業に完全切替時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3566160" cy="100584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1546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作業の区切りで /compact
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必要な情報をアウトプットしてからやる。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/compact 後も CLAUDE.md は再読込されるので、ルールは維持される。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417320"/>
            <a:ext cx="3931920" cy="2834640"/>
          </a:xfrm>
          <a:prstGeom prst="rect">
            <a:avLst/>
          </a:prstGeom>
          <a:solidFill>
            <a:srgbClr val="ECF7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417320"/>
            <a:ext cx="3931920" cy="731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戦略2 ― 構造化ノート（ファイルに残す）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20116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作業内容・計画・決定事項をファイルに書き出す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/clear しても、ファイルは残る → 次のセッションで継続できる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自分も忘れる → 1週間後に「何やったっけ」を防げる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37760" y="3017520"/>
            <a:ext cx="3566160" cy="105156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306324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残すべきファイルの例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docs/plan.md      ← 作業計画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docs/decisions.md ← 設計判断と理由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docs/progress.md  ← 作業ログ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 に「このファイルを参照」と書く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新セッションでも文脈を引き継げる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4348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「コンテキストウィンドウの中身は揮発する。ファイルは残る。」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第5回のドキュメント文化につながる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コンテキストエンジニアリング ― 戦略3: サブエージェント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独立したコンテキストウィンドウで並列作業。親の文脈を汚さない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仕組みと利点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独立したコンテキストウィンドウで動作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親エージェントのコンテキストに影響しない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結果はファイル経由で親にレポート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実行単位でコンテキストを忘れる → ファイルで共有が必須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429000"/>
            <a:ext cx="33832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29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 → サブエージェント → ファイル出力 → 親が読む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1417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推奨パターン（用途別）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828800"/>
            <a:ext cx="13716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サブエージェント例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194560"/>
            <a:ext cx="1371600" cy="68580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1945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成果物チェック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560320" cy="68580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1945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Test-Analyzer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Security-Checker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0" y="2880360"/>
            <a:ext cx="1371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8803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情報収集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26480" y="288036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Impact-Analyzer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Dependency-Checker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File-Finder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3566160"/>
            <a:ext cx="1371600" cy="68580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35661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大量処理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26480" y="3566160"/>
            <a:ext cx="2560320" cy="68580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566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Test-Runner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Build-Executor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Log-Analyzer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4348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サブエージェントの詳細は第8回「Agent Teams」で本格展開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 Creator でスキルを作って動かす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606040"/>
            <a:ext cx="2651760" cy="1828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8872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分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/skill-creator で作成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モードで「TODOコメントをリストアップするSkill」を作成。frontmatter が自動生成される。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2606040"/>
            <a:ext cx="2651760" cy="1828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278892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7764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分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900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自動読み込みを確認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TODOコメントがあるファイルを開いて、Skill が発動するか確認。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2606040"/>
            <a:ext cx="2651760" cy="1828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278892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分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792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SKILL.md の中身を確認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37490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構造（frontmatter + Markdown）を見せて、カスタマイズのポイントを説明。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 Creator で作って → 動かして → 中身を見る。5分で1つの Skill が完成する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で知識を自動提供、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スラッシュコマンド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でワークフロー定型化、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MCP→Skills変換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でトークン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80-98% 削減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コンテキストは設計する対象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79476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と Skills の使い分け（毎回 vs 必要時のみ）を説明できる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4087368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MCP→Skills変換がトークン節約に効くことを理解した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343400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306824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コンテキストエンジニアリングの3戦略（圧縮/構造化ノート/サブエージェント）を知った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599432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628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作業内容をファイルに残すことで、/clearしても継続できると分かった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第5回「AIとの仕事の型」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5029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計画→実装→記録のループを回す ― バイブコーディングを卒業する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やりがちなこと ― なんとなく始めて何作ってるか分からなくなる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5つの防止アクション（要件/計画/記録/テスト/レビュー）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スペック駆動開発（SDD）と AIDLC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2277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コンテキストエンジニアリング2（実践編）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34340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3434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要件→計画→実装→レビューの一連フロー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第4回 自動化・共有</dc:title>
  <dc:subject>PptxGenJS Presentation</dc:subject>
  <dc:creator>Koji</dc:creator>
  <cp:lastModifiedBy>Koji</cp:lastModifiedBy>
  <cp:revision>1</cp:revision>
  <dcterms:created xsi:type="dcterms:W3CDTF">2026-04-16T23:37:15Z</dcterms:created>
  <dcterms:modified xsi:type="dcterms:W3CDTF">2026-04-16T23:37:15Z</dcterms:modified>
</cp:coreProperties>
</file>
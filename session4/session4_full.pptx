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勉強会  /  全10回シリーズ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4 回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自動化・共有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自分の型を資産化し、コンテキストを設計する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今日のテーマ:  Skills / MCP / スラッシュコマンド / コンテキストエンジニアリング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● ○ ○ ○ ○ ○ 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Koji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4280000"/>
            <a:ext cx="82296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C800"/>
                </a:solidFill>
              </a:rPr>
              <a:t>★ 覚えて帰る一言: 「繰り返し作業はSkillにする」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今日の用語ミニ辞典 ― 迷ったらここに戻る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今日のスライドで初めて出てくるカタカナ語を1行で説明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</a:rPr>
              <a:t>●  Skills</a:t>
            </a:r>
            <a:r>
              <a:rPr sz="1400" b="0">
                <a:solidFill>
                  <a:srgbClr val="2D3748"/>
                </a:solidFill>
              </a:rPr>
              <a:t>　＝　Claude Codeが必要時に自動で読み込む手順書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MCP</a:t>
            </a:r>
            <a:r>
              <a:rPr sz="1400" b="0">
                <a:solidFill>
                  <a:srgbClr val="2D3748"/>
                </a:solidFill>
              </a:rPr>
              <a:t>　＝　外部ツールと話すための共通プロトコル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スラッシュコマンド</a:t>
            </a:r>
            <a:r>
              <a:rPr sz="1400" b="0">
                <a:solidFill>
                  <a:srgbClr val="2D3748"/>
                </a:solidFill>
              </a:rPr>
              <a:t>　＝　ユーザーが/xxxで呼び出すワークフロー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Plugin</a:t>
            </a:r>
            <a:r>
              <a:rPr sz="1400" b="0">
                <a:solidFill>
                  <a:srgbClr val="2D3748"/>
                </a:solidFill>
              </a:rPr>
              <a:t>　＝　Skills+コマンド+設定をまとめた配布パッケージ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コンテキストウィンドウ</a:t>
            </a:r>
            <a:r>
              <a:rPr sz="1400" b="0">
                <a:solidFill>
                  <a:srgbClr val="2D3748"/>
                </a:solidFill>
              </a:rPr>
              <a:t>　＝　AIが一度に覚えていられる情報の窓（揮発性）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</a:rPr>
              <a:t>★ 用語が分からなくなったらここへ戻ってください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前回までの地図と、今日の位置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第3回は「壁を作る」話。今日は「壁の中で効率よく・正確に動く仕組み」を作る話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6459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1645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前回の要約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settings.json に4レイヤー（Permission / Sandbox / Hooks / NW allowlist）を統合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「防ぐ」の壁が完成した状態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今日の位置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壁の中で効率よく・正確に動く仕組みを作る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繰り返しの処理を自動化・コマンド化・チーム共有し、精度を維持する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今日のゴール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 / MCP / スラッシュコマンドの使い分けを理解し、コンテキストエンジニアリングの3つの戦略を知る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今日の主軸は2つ ― Skills と コンテキスト設計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/ コマンド / Plugin は『Skillsの仲間』 ― 順に触れる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627632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9456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 Skills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知識・手順を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必要時に自動読込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76272" y="1417320"/>
            <a:ext cx="1627632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6459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67712" y="219456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67712" y="27889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外部ツールと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95344" y="1417320"/>
            <a:ext cx="1627632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6459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86784" y="219456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スラッシュ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コマンド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986784" y="27889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ワークフローを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定型化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614416" y="1417320"/>
            <a:ext cx="1627632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6459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05856" y="219456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Plugin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705856" y="27889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全部まとめて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333488" y="1417320"/>
            <a:ext cx="1627632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16459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24928" y="219456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 コンテキスト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エンジニアリング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424928" y="27889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ウィンドウを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設計する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2039112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3758184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477256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196328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30" name="Text 23"/>
          <p:cNvSpPr/>
          <p:nvPr/>
        </p:nvSpPr>
        <p:spPr>
          <a:xfrm>
            <a:off x="59436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Skills は「必要時のみ自動読込」でトークン効率が高い。 → 詳しくはFAQ Q1-1, Q2-1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― トークンを節約しながら知識を提供する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は毎回全文読み込み / Skills は必要時のみ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17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82880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56032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description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417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1828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634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SKILL.md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1417320"/>
            <a:ext cx="182880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6656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手順適用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&amp; 実行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103120"/>
            <a:ext cx="2971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743200" y="2103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2103120"/>
            <a:ext cx="2971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15000" y="2103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2286000" cy="4114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2468880"/>
            <a:ext cx="2971800" cy="4114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34640" y="2468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毎回全文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468880"/>
            <a:ext cx="2971800" cy="4114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806440" y="2468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必要時のみ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トークン消費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288036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834640" y="2880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常に消費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15000" y="288036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806440" y="2880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使わなければゼロ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2286000" cy="4114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適した内容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3291840"/>
            <a:ext cx="2971800" cy="4114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83464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プロジェクト全体のルール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15000" y="3291840"/>
            <a:ext cx="2971800" cy="4114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80644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ファイルタイプ別・機能別の手順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7033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4864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分離の目安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0" y="370332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834640" y="37033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100〜200行以内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15000" y="370332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806440" y="37033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長い手順は Skills に分離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94360" y="38587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.claude/skills/my-skill/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← frontmatter(name/description) + Markdown    └── scripts/  ← 補助スクリプト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― 外部ツールとの接続ポイント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便利だが、トークンを食う。管理を間違えるとセキュリティホールになる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2004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417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(MCP Client)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 GitHub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673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 Jira / Linear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 Figma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185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 Database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 Slack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セキュリティ原則 ― .mcp.json の危険性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200400"/>
            <a:ext cx="73152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2278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.mcp.json はリポジトリにコミットされる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悪意あるリポジトリをクローンすると、仕込まれたMCPサーバーが自動起動する可能性がある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67912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79476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enableAllProjectMcpServers: false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959352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プロジェクト内の全MCPサーバーを問答無用で有効化する設定。絶対にtrueにしない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197096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12394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enabledMcpjsonServers: ["github", "jira"]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88536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使うMCPサーバーを名前で明示的にホワイトリスト。想定外のサーバーを排除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445312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 { "API_KEY": "${VAR}" 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APIキーは環境変数で参照。.mcp.json にキーを直書きしてgitにコミットしない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919472"/>
            <a:ext cx="8229600" cy="4114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4360" y="4919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もう1つの問題: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MCPツール定義が </a:t>
            </a:r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20k トークン超え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になるとコンテキストを圧迫 →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次スライドで解決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→ Skills 変換 ― トークン 80-98% 削減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よく使う操作パターンを Skills に書き起こす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Before（MCP接続のまま）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28600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600200"/>
            <a:ext cx="356616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ツール定義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~20k tokens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566160" cy="7315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実作業 ~20k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After（Skills に変換）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2286000"/>
          </a:xfrm>
          <a:prstGeom prst="rect">
            <a:avLst/>
          </a:prstGeom>
          <a:solidFill>
            <a:srgbClr val="EC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 ← 必要時のみ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011680"/>
            <a:ext cx="35661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実作業に使える領域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大幅拡大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2148840"/>
            <a:ext cx="1371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80-98%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削減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1148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のまま残す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886200"/>
            <a:ext cx="4114800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 に変換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4114800" cy="3657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864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リアルタイム参照（DB検索、ライブステータス）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4206240"/>
            <a:ext cx="4114800" cy="3657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344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定型操作パターン（チケット起票、PR作成、デプロイ）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スラッシュコマンド &amp; Plugin ― 型をチームで共有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繰り返す操作を定型化し、チームに配布する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スラッシュコマンド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.claude/commands/ にMarkdownで定義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/deploy, /review, /test-all のように呼び出し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ユーザーが明示的に実行（プロンプト依存）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$ARGUMENTS で引数を受け取り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3566160" cy="59436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3152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活用例: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/deploy  /review  /test-all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402336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Plugin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4632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 + Hooks + Commands + MCP 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まとめてパッケージ化・チーム配布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93776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plugin-name/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.claude-plugin/plugin.json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commands/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 | skills/ | hooks/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.mcp.json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4632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設定をチーム共有する方法は FAQ Q1-4 / 構造化ノート運用は Q3-3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9436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 = 知識の自動提供 / コマンド = ワークフローの定型化 /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Plugin = 全部まとめて配布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コンテキストエンジニアリング ― 圧縮と外部化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コンテキストウィンドウには限りがある。「忘れても大丈夫」な仕組みを作る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戦略1 ― 圧縮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3566160" cy="91440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コンテキストを要約して量を減らす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⚠ 先にファイルに残してから実行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全リセット。別の作業に完全切替時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566160" cy="1005840"/>
          </a:xfrm>
          <a:prstGeom prst="rect">
            <a:avLst/>
          </a:prstGeom>
          <a:solidFill>
            <a:srgbClr val="FDECEC"/>
          </a:solidFill>
          <a:ln w="9525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154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作業の区切りで /compact
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必要な情報をアウトプットしてからやる。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/compact 後も CLAUDE.md は再読込されるので、ルールは維持される。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2834640"/>
          </a:xfrm>
          <a:prstGeom prst="rect">
            <a:avLst/>
          </a:prstGeom>
          <a:solidFill>
            <a:srgbClr val="EC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戦略2 ― 構造化ノート（ファイルに残す）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作業内容・計画・決定事項をファイルに書き出す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/clear しても、ファイルは残る → 次のセッションで継続できる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自分も忘れる → 1週間後に「何やったっけ」を防げる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3017520"/>
            <a:ext cx="3566160" cy="105156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30632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残すべきファイルの例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docs/plan.md      ← 作業計画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docs/decisions.md ← 設計判断と理由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docs/progress.md  ← 作業ログ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 に「このファイルを参照」と書く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新セッションでも文脈を引き継げる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「コンテキストウィンドウの中身は揮発する。ファイルは残る。」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→ 第5回のドキュメント文化につながる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コンテキストエンジニアリング ― 戦略3: サブエージェント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独立したコンテキストウィンドウで並列作業。親の文脈を汚さない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仕組みと利点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独立したコンテキストウィンドウで動作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親エージェントのコンテキストに影響しない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結果はファイル経由で親にレポート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実行単位でコンテキストを忘れる → ファイルで共有が必須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33832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 → サブエージェント → ファイル出力 → 親が読む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推奨パターン（用途別）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1371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サブエージェント例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1371600" cy="68580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46320" y="21945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成果物チェック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560320" cy="68580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Test-Analyzer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Security-Checker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4632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情報収集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288036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0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Impact-Analyzer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Dependency-Checker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File-Finder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1371600" cy="68580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46320" y="35661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大量処理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566160"/>
            <a:ext cx="2560320" cy="68580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17920" y="3566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Test-Runner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Build-Executor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Log-Analyzer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サブエージェントの詳細は第8回「Agent Teams」で本格展開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 E M 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ここからは実演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 Creator でスキルを作って動かす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1828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/skill-creator で作成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 モードで「TODOコメントをリストアップするSkill」を作成。frontmatter が自動生成される。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606040"/>
            <a:ext cx="2651760" cy="1828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29000" y="27889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290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776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自動読み込みを確認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TODOコメントがあるファイルを開いて、Skill が発動するか確認。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2651760" cy="1828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17920" y="27889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SKILL.md の中身を確認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構造（frontmatter + Markdown）を見せて、カスタマイズのポイントを説明。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 Creator で作って → 動かして → 中身を見る。5分で1つの Skill が完成する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E Y   T A K E A W A 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今日のKey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ja-JP" sz="2200" b="1">
                <a:solidFill>
                  <a:srgbClr val="FFC800"/>
                </a:solidFill>
                <a:latin typeface="+mj-lt"/>
              </a:rPr>
              <a:t>★ 「繰り返し作業はSkillにする」</a:t>
            </a:r>
          </a:p>
          <a:p>
            <a:endParaRPr lang="ja-JP" sz="80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で知識を自動提供、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スラッシュコマンド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でワークフロー定型化、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MCP→Skills変換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でトークン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80-98% 削減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コンテキストは設計する対象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今日持ち帰るチェック項目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3794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 Skills の使い分け（毎回 vs 必要時のみ）を説明できる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4087368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05079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MCP→Skills変換がトークン節約に効くことを理解した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43068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コンテキストエンジニアリングの3戦略（圧縮/構造化ノート/サブエージェント）を知った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599432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45628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作業内容をファイルに残すことで、/clearしても継続できると分かった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900000"/>
            <a:ext cx="82296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C800"/>
                </a:solidFill>
              </a:rPr>
              <a:t>3原則の現在地：  01 分ける ✅    02 防ぐ ✅+    03 残す ⏳    （防ぐの延長: 自動化・共有）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E X T   S E S S I O 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次回 ― 第5回「AIとの仕事の型」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▸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計画→実装→記録のループを回す ― バイブコーディングを卒業する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取り扱う内容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やりがちなこと ― なんとなく始めて何作ってるか分からなくなる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19272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5つの防止アクション（要件/計画/記録/テスト/レビュー）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66744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5753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スペック駆動開発（SDD）と AIDLC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9227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コンテキストエンジニアリング2（実践編）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343400"/>
            <a:ext cx="9144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要件→計画→実装→レビューの一連フロー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●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第4回 自動化・共有</dc:title>
  <dc:subject>PptxGenJS Presentation</dc:subject>
  <dc:creator>Koji</dc:creator>
  <cp:lastModifiedBy>Koji</cp:lastModifiedBy>
  <cp:revision>1</cp:revision>
  <dcterms:created xsi:type="dcterms:W3CDTF">2026-04-16T23:37:15Z</dcterms:created>
  <dcterms:modified xsi:type="dcterms:W3CDTF">2026-04-16T23:37:15Z</dcterms:modified>
</cp:coreProperties>
</file>